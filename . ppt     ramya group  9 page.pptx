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6"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44" autoAdjust="0"/>
    <p:restoredTop sz="94660"/>
  </p:normalViewPr>
  <p:slideViewPr>
    <p:cSldViewPr snapToGrid="0">
      <p:cViewPr varScale="1">
        <p:scale>
          <a:sx n="72" d="100"/>
          <a:sy n="72" d="100"/>
        </p:scale>
        <p:origin x="59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687227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48309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470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948225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2D79C20-410F-4A35-B155-6FDEED4A5E7A}" type="datetimeFigureOut">
              <a:rPr lang="en-IN" smtClean="0"/>
              <a:t>29-09-2026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812127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2D79C20-410F-4A35-B155-6FDEED4A5E7A}" type="datetimeFigureOut">
              <a:rPr lang="en-IN" smtClean="0"/>
              <a:t>29-09-2026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47083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D79C20-410F-4A35-B155-6FDEED4A5E7A}" type="datetimeFigureOut">
              <a:rPr lang="en-IN" smtClean="0"/>
              <a:t>29-09-2026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3032890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05346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2D79C20-410F-4A35-B155-6FDEED4A5E7A}" type="datetimeFigureOut">
              <a:rPr lang="en-IN" smtClean="0"/>
              <a:t>29-09-2026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1988638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4125408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D79C20-410F-4A35-B155-6FDEED4A5E7A}" type="datetimeFigureOut">
              <a:rPr lang="en-IN" smtClean="0"/>
              <a:t>29-09-2026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05769B-CA81-469E-97EB-775DE613C1BE}" type="slidenum">
              <a:rPr lang="en-IN" smtClean="0"/>
              <a:t>‹#›</a:t>
            </a:fld>
            <a:endParaRPr lang="en-IN"/>
          </a:p>
        </p:txBody>
      </p:sp>
    </p:spTree>
    <p:extLst>
      <p:ext uri="{BB962C8B-B14F-4D97-AF65-F5344CB8AC3E}">
        <p14:creationId xmlns:p14="http://schemas.microsoft.com/office/powerpoint/2010/main" val="2435064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D79C20-410F-4A35-B155-6FDEED4A5E7A}" type="datetimeFigureOut">
              <a:rPr lang="en-IN" smtClean="0"/>
              <a:t>29-09-2026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5769B-CA81-469E-97EB-775DE613C1BE}" type="slidenum">
              <a:rPr lang="en-IN" smtClean="0"/>
              <a:t>‹#›</a:t>
            </a:fld>
            <a:endParaRPr lang="en-IN"/>
          </a:p>
        </p:txBody>
      </p:sp>
    </p:spTree>
    <p:extLst>
      <p:ext uri="{BB962C8B-B14F-4D97-AF65-F5344CB8AC3E}">
        <p14:creationId xmlns:p14="http://schemas.microsoft.com/office/powerpoint/2010/main" val="577028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6283"/>
            <a:ext cx="10515600" cy="1363248"/>
          </a:xfrm>
        </p:spPr>
        <p:txBody>
          <a:bodyPr/>
          <a:lstStyle/>
          <a:p>
            <a:r>
              <a:rPr lang="en-IN" dirty="0" smtClean="0">
                <a:latin typeface="Arial Black" panose="020B0A04020102020204" pitchFamily="34" charset="0"/>
              </a:rPr>
              <a:t>           TN SKILLS PROJECT</a:t>
            </a:r>
            <a:endParaRPr lang="en-IN" dirty="0">
              <a:latin typeface="Arial Black" panose="020B0A04020102020204" pitchFamily="34" charset="0"/>
            </a:endParaRPr>
          </a:p>
        </p:txBody>
      </p:sp>
      <p:sp>
        <p:nvSpPr>
          <p:cNvPr id="3" name="Content Placeholder 2"/>
          <p:cNvSpPr>
            <a:spLocks noGrp="1"/>
          </p:cNvSpPr>
          <p:nvPr>
            <p:ph idx="1"/>
          </p:nvPr>
        </p:nvSpPr>
        <p:spPr>
          <a:xfrm>
            <a:off x="838200" y="1417983"/>
            <a:ext cx="10515600" cy="4758980"/>
          </a:xfrm>
        </p:spPr>
        <p:txBody>
          <a:bodyPr>
            <a:normAutofit/>
          </a:bodyPr>
          <a:lstStyle/>
          <a:p>
            <a:pPr marL="0" indent="0">
              <a:buNone/>
            </a:pPr>
            <a:r>
              <a:rPr lang="en-IN" dirty="0" smtClean="0">
                <a:latin typeface="Arial Black" panose="020B0A04020102020204" pitchFamily="34" charset="0"/>
              </a:rPr>
              <a:t>       </a:t>
            </a:r>
          </a:p>
          <a:p>
            <a:pPr marL="0" indent="0">
              <a:buNone/>
            </a:pPr>
            <a:r>
              <a:rPr lang="en-IN" dirty="0">
                <a:latin typeface="Arial Black" panose="020B0A04020102020204" pitchFamily="34" charset="0"/>
              </a:rPr>
              <a:t> </a:t>
            </a:r>
            <a:r>
              <a:rPr lang="en-IN" dirty="0" smtClean="0">
                <a:latin typeface="Arial Black" panose="020B0A04020102020204" pitchFamily="34" charset="0"/>
              </a:rPr>
              <a:t>                    </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IMPLEMENT CLIENT SCRIPT</a:t>
            </a:r>
          </a:p>
          <a:p>
            <a:pPr marL="0" indent="0">
              <a:buNone/>
            </a:pPr>
            <a:r>
              <a:rPr lang="en-IN" dirty="0">
                <a:latin typeface="Arial Black" panose="020B0A04020102020204" pitchFamily="34" charset="0"/>
              </a:rPr>
              <a:t> </a:t>
            </a:r>
            <a:r>
              <a:rPr lang="en-IN" dirty="0" smtClean="0">
                <a:latin typeface="Arial Black" panose="020B0A04020102020204" pitchFamily="34" charset="0"/>
              </a:rPr>
              <a:t>                                AND UI POLICY</a:t>
            </a:r>
          </a:p>
          <a:p>
            <a:pPr marL="0" indent="0">
              <a:buNone/>
            </a:pPr>
            <a:endParaRPr lang="en-IN" dirty="0">
              <a:latin typeface="Arial Black" panose="020B0A04020102020204" pitchFamily="34" charset="0"/>
            </a:endParaRPr>
          </a:p>
          <a:p>
            <a:pPr marL="0" indent="0">
              <a:buNone/>
            </a:pPr>
            <a:r>
              <a:rPr lang="en-IN" dirty="0" smtClean="0">
                <a:latin typeface="Arial Black" panose="020B0A04020102020204" pitchFamily="34" charset="0"/>
              </a:rPr>
              <a:t> </a:t>
            </a:r>
            <a:endParaRPr lang="en-IN" dirty="0">
              <a:latin typeface="Arial Black" panose="020B0A04020102020204" pitchFamily="34" charset="0"/>
            </a:endParaRPr>
          </a:p>
        </p:txBody>
      </p:sp>
    </p:spTree>
    <p:extLst>
      <p:ext uri="{BB962C8B-B14F-4D97-AF65-F5344CB8AC3E}">
        <p14:creationId xmlns:p14="http://schemas.microsoft.com/office/powerpoint/2010/main" val="339215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13112" y="503237"/>
            <a:ext cx="8994913" cy="1325563"/>
          </a:xfrm>
        </p:spPr>
        <p:txBody>
          <a:bodyPr>
            <a:normAutofit/>
          </a:bodyPr>
          <a:lstStyle/>
          <a:p>
            <a:r>
              <a:rPr lang="en-IN" sz="2400" dirty="0" smtClean="0">
                <a:latin typeface="Arial Black" panose="020B0A04020102020204" pitchFamily="34" charset="0"/>
              </a:rPr>
              <a:t>BRAINSTORMING OF INDEATION PHASE</a:t>
            </a:r>
            <a:endParaRPr lang="en-IN" sz="2400" dirty="0">
              <a:latin typeface="Arial Black" panose="020B0A04020102020204" pitchFamily="34" charset="0"/>
            </a:endParaRPr>
          </a:p>
        </p:txBody>
      </p:sp>
      <p:sp>
        <p:nvSpPr>
          <p:cNvPr id="5" name="Content Placeholder 4"/>
          <p:cNvSpPr>
            <a:spLocks noGrp="1"/>
          </p:cNvSpPr>
          <p:nvPr>
            <p:ph idx="1"/>
          </p:nvPr>
        </p:nvSpPr>
        <p:spPr>
          <a:xfrm>
            <a:off x="838200" y="1855304"/>
            <a:ext cx="10515600" cy="4744279"/>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Ideation Phase is the foundation of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project. This phase focuses on identifying opportunities to automate existing business processes and improve user experience through the implementation of Client Scripts and UI Policies. Organizations often face challenges such as incomplete ticket submissions, incorrect data entry, unnecessary manual tasks, and inconsistent form behavior. To address these issues, brainstorming sessions are conducted involving stakeholders, service desk personnel, process owners,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administrators..</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Common issues include users forgetting to fill mandatory information, selecting incorrect categories, entering inconsistent data, and spending additional time navigating through unnecessary fields. The project team carefully analyzes existing forms and workflows to identify repetitive activities that can be automated. Various ideas are proposed to simplify user interactions and improve overall data quality. Examples include dynamically displaying fields based on user selections, automatically assigning values, displaying warning messages, and enforcing validation rules before record submission.</a:t>
            </a: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team assesses how Client Scripts and UI Policies can reduce manual effort while ensuring compliance with organizational standards. Potential risks and limitations are also discussed to ensure realistic project expectations. The ideation process helps establish a clear vision for the project. The team defines high-level objectives such as improving user productivity, reducing operational errors, increasing data accuracy, and enhancing customer satisfaction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8077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6452" y="285611"/>
            <a:ext cx="8597347" cy="1325563"/>
          </a:xfrm>
        </p:spPr>
        <p:txBody>
          <a:bodyPr>
            <a:normAutofit/>
          </a:bodyPr>
          <a:lstStyle/>
          <a:p>
            <a:r>
              <a:rPr lang="en-IN" sz="2400" dirty="0" smtClean="0">
                <a:latin typeface="Arial Black" panose="020B0A04020102020204" pitchFamily="34" charset="0"/>
              </a:rPr>
              <a:t>REQUIREMENT ANALYSIS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650931"/>
            <a:ext cx="10515600" cy="4988408"/>
          </a:xfrm>
        </p:spPr>
        <p:txBody>
          <a:bodyPr>
            <a:no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t>
            </a:r>
            <a:r>
              <a:rPr lang="en-US" sz="1800" dirty="0" smtClean="0">
                <a:latin typeface="Times New Roman" panose="02020603050405020304" pitchFamily="18" charset="0"/>
                <a:cs typeface="Times New Roman" panose="02020603050405020304" pitchFamily="18" charset="0"/>
              </a:rPr>
              <a:t>Requirement Analysis Phase is responsible for gathering and documenting all business and technical requirements necessary for the successful implementation of the project. This phase ensures that stakeholders and developers share a common understanding of the expected functionality before development begins. The analysis process starts with detailed meetings and interviews involving stakeholders, business users, and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administrators.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Business requirements are collected and categorized according to functionality. These requirements may include showing or hiding fields dynamically, enforcing mandatory fields under specific conditions, displaying informational messages, validating entered values, and preventing invalid record submissions. Each requirement is documented carefully to ensure that no business need is overlooked. The team also examines how users interact with forms throughout the service lifecycle. This helps identify opportunities for improving user guidance and preventing common mistakes.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Security requirements guarantee that sensitive information is protected and accessible only to authorized personnel. Maintainability requirements ensure that future modifications can be implemented without significant effort. All gathered requirements are reviewed and validated through stakeholder meetings. Any ambiguities are clarified to avoid misunderstandings during later phases of the project. Requirement traceability is established to ensure that each business requirement can be mapped to design, development, and testing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0127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5948" y="365125"/>
            <a:ext cx="10147852" cy="1325563"/>
          </a:xfrm>
        </p:spPr>
        <p:txBody>
          <a:bodyPr>
            <a:normAutofit/>
          </a:bodyPr>
          <a:lstStyle/>
          <a:p>
            <a:r>
              <a:rPr lang="en-IN" sz="2400" dirty="0">
                <a:latin typeface="Arial Black" panose="020B0A04020102020204" pitchFamily="34" charset="0"/>
              </a:rPr>
              <a:t> </a:t>
            </a:r>
            <a:r>
              <a:rPr lang="en-IN" sz="2400" dirty="0" smtClean="0">
                <a:latin typeface="Arial Black" panose="020B0A04020102020204" pitchFamily="34" charset="0"/>
              </a:rPr>
              <a:t>                      PROJECT DESIGN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828801"/>
            <a:ext cx="10515600" cy="4598504"/>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Design Phase transforms approved requirements into a structured technical solution. This phase provides a detailed blueprint for how Client Scripts and UI Policies will be configured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platform. The design activity begins by studying each requirement and determining the most suitable implementation approach. The development team decides whether functionality should be achieved through Client Scripts, UI Policies, or a combination of both.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The design specifies how various Client Script types will be used.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planned to initialize form behavior when records are opened.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are designed to respond dynamically to user input.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are configured to validate data before submission. Catalog Client Scripts are considered for Service Catalog requirements that require dynamic validation and automation. UI Policy design focuses on controlling user interface behavior with minimal scripting. Conditions are identified to determine when fields should become visible, mandatory, hidden, or read-only.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Field dependencies are identified and documented to ensure smooth interactions between various components of the form. Performance and security considerations are incorporated into the design. Developers ensure that scripts are efficient and optimized to minimize system resource consumption. Best practices are applied to maintain a clean and scalable architecture. Comprehensive design documentation is prepared and reviewed by stakeholders and technical teams. This documentation provides a reference for developers and ensures consistency throughout the implementation process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439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208" y="325368"/>
            <a:ext cx="10081591" cy="973345"/>
          </a:xfrm>
        </p:spPr>
        <p:txBody>
          <a:bodyPr>
            <a:normAutofit/>
          </a:bodyPr>
          <a:lstStyle/>
          <a:p>
            <a:r>
              <a:rPr lang="en-IN" sz="2400" dirty="0" smtClean="0">
                <a:latin typeface="Arial Black" panose="020B0A04020102020204" pitchFamily="34" charset="0"/>
              </a:rPr>
              <a:t>                      PROJECT PLANNING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84582" y="1099931"/>
            <a:ext cx="10578548" cy="5645426"/>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Planning Phase establishes the framework for executing the project effectively and efficiently. This phase focuses on defining timelines, resources, responsibilities, risks, and project governance mechanisms. Planning begins with identifying all activities required to complete the project. Tasks are organized into manageable work packages covering requirements, design, development, testing, deployment, and support activities. These activities are scheduled according to project priorities and dependencies. Resource planning is an important aspect of this phase. </a:t>
            </a:r>
          </a:p>
          <a:p>
            <a:pPr algn="just"/>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manager assigns responsibilities to business analysts,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developers, quality assurance engineers, administrators, and key stakeholders. Clear role definitions ensure accountability and prevent confusion throughout project execution. Effort estimation is conducted to determine the time and resources required for each activity. Timelines are developed to establish realistic milestones and completion targets. The project schedule is communicated to all stakeholders to ensure alignment and commitment. Risk management activities help identify potential obstacles that could impact project success.</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Communication planning ensures effective collaboration among team members and stakeholders. Regular meetings, progress reviews, and status reports are scheduled to facilitate transparency and decision-making. Escalation procedures are established to address critical issues promptly. Quality management planning is also performed during this phase. Standards and procedures are defined for development, testing, and documentation activities. Success criteria are established to measure project performance and outcomes. The planning phase serves as the operational foundation of the project.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4600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017" y="132176"/>
            <a:ext cx="10515600" cy="1325563"/>
          </a:xfrm>
        </p:spPr>
        <p:txBody>
          <a:bodyPr>
            <a:normAutofit/>
          </a:bodyPr>
          <a:lstStyle/>
          <a:p>
            <a:r>
              <a:rPr lang="en-IN" sz="2400" dirty="0" smtClean="0">
                <a:latin typeface="Arial Black" panose="020B0A04020102020204" pitchFamily="34" charset="0"/>
              </a:rPr>
              <a:t>                    PROJECT DEVELOPMENT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457739"/>
            <a:ext cx="10515600" cy="5287618"/>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Development Phase is where the actual implementation of Client Scripts and UI Policies takes place within the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environment. This phase converts approved designs into functional solutions that address business requirements. Development activities begin with the configuration of UI Policies. Developers create policies that dynamically control field visibility, mandatory conditions, and read-only behavior. Client Scripts are developed to provide advanced functionality. </a:t>
            </a:r>
            <a:r>
              <a:rPr lang="en-US" sz="1800" dirty="0" err="1" smtClean="0">
                <a:latin typeface="Times New Roman" panose="02020603050405020304" pitchFamily="18" charset="0"/>
                <a:cs typeface="Times New Roman" panose="02020603050405020304" pitchFamily="18" charset="0"/>
              </a:rPr>
              <a:t>OnLoad</a:t>
            </a:r>
            <a:r>
              <a:rPr lang="en-US" sz="1800" dirty="0" smtClean="0">
                <a:latin typeface="Times New Roman" panose="02020603050405020304" pitchFamily="18" charset="0"/>
                <a:cs typeface="Times New Roman" panose="02020603050405020304" pitchFamily="18" charset="0"/>
              </a:rPr>
              <a:t> scripts are used to initialize forms, populate default values, and display informational messages.</a:t>
            </a:r>
          </a:p>
          <a:p>
            <a:pPr algn="just">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OnChange</a:t>
            </a:r>
            <a:r>
              <a:rPr lang="en-US" sz="1800" dirty="0" smtClean="0">
                <a:latin typeface="Times New Roman" panose="02020603050405020304" pitchFamily="18" charset="0"/>
                <a:cs typeface="Times New Roman" panose="02020603050405020304" pitchFamily="18" charset="0"/>
              </a:rPr>
              <a:t> scripts respond immediately to user input and trigger automated actions based on specific conditions. </a:t>
            </a:r>
            <a:r>
              <a:rPr lang="en-US" sz="1800" dirty="0" err="1" smtClean="0">
                <a:latin typeface="Times New Roman" panose="02020603050405020304" pitchFamily="18" charset="0"/>
                <a:cs typeface="Times New Roman" panose="02020603050405020304" pitchFamily="18" charset="0"/>
              </a:rPr>
              <a:t>OnSubmit</a:t>
            </a:r>
            <a:r>
              <a:rPr lang="en-US" sz="1800" dirty="0" smtClean="0">
                <a:latin typeface="Times New Roman" panose="02020603050405020304" pitchFamily="18" charset="0"/>
                <a:cs typeface="Times New Roman" panose="02020603050405020304" pitchFamily="18" charset="0"/>
              </a:rPr>
              <a:t> scripts validate information before records are saved, preventing incomplete or incorrect submissions. Throughout development, coding standards and naming conventions are followed to maintain consistency and readability. Proper documentation is included within scripts to support future maintenance activities. Developers also ensure that configurations are aligned with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best practices.</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Unit testing is performed continuously during development to verify correct functionality. Multiple scenarios are tested to validate business logic and ensure reliable form behavior. Potential performance issues are identified and resolved before progressing to formal testing. Update Sets are managed carefully to track configuration changes and facilitate deployment to higher environments. Version control practices help maintain visibility and accountability for all modifications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376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956" y="185530"/>
            <a:ext cx="10515600" cy="1325563"/>
          </a:xfrm>
        </p:spPr>
        <p:txBody>
          <a:bodyPr>
            <a:normAutofit/>
          </a:bodyPr>
          <a:lstStyle/>
          <a:p>
            <a:r>
              <a:rPr lang="en-IN" sz="2400" dirty="0" smtClean="0">
                <a:latin typeface="Arial Black" panose="020B0A04020102020204" pitchFamily="34" charset="0"/>
              </a:rPr>
              <a:t>                             PROJECT TESTING PHASE</a:t>
            </a:r>
            <a:endParaRPr lang="en-IN" sz="2400" dirty="0">
              <a:latin typeface="Arial Black" panose="020B0A04020102020204" pitchFamily="34" charset="0"/>
            </a:endParaRPr>
          </a:p>
        </p:txBody>
      </p:sp>
      <p:sp>
        <p:nvSpPr>
          <p:cNvPr id="3" name="Content Placeholder 2"/>
          <p:cNvSpPr>
            <a:spLocks noGrp="1"/>
          </p:cNvSpPr>
          <p:nvPr>
            <p:ph idx="1"/>
          </p:nvPr>
        </p:nvSpPr>
        <p:spPr>
          <a:xfrm>
            <a:off x="877956" y="1325563"/>
            <a:ext cx="10515600" cy="5393288"/>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Testing Phase ensures that all configurations work accurately and reliably before deployment to production. Testing plays a vital role in verifying functionality, identifying defects, and ensuring compliance with business requirements. Testing begins with Unit Testing, where individual Client Scripts and UI Policies are evaluated independently. Developers verify that each component functions correctly under different conditions and user inputs. This process helps identify implementation issues early. Integration Testing follows unit testing and examines interactions between various </a:t>
            </a:r>
            <a:r>
              <a:rPr lang="en-US" sz="1800" dirty="0" err="1" smtClean="0">
                <a:latin typeface="Times New Roman" panose="02020603050405020304" pitchFamily="18" charset="0"/>
                <a:cs typeface="Times New Roman" panose="02020603050405020304" pitchFamily="18" charset="0"/>
              </a:rPr>
              <a:t>ServiceNow</a:t>
            </a:r>
            <a:r>
              <a:rPr lang="en-US" sz="1800" dirty="0" smtClean="0">
                <a:latin typeface="Times New Roman" panose="02020603050405020304" pitchFamily="18" charset="0"/>
                <a:cs typeface="Times New Roman" panose="02020603050405020304" pitchFamily="18" charset="0"/>
              </a:rPr>
              <a:t> components.</a:t>
            </a:r>
          </a:p>
          <a:p>
            <a:pPr algn="just"/>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Since Client Scripts, UI Policies, and other platform features often work together, integration testing ensures compatibility and prevents conflicts. System Testing validates complete business processes from start to finish. Test scenarios simulate real-world user activities to confirm that the implemented solution behaves as expected. Various workflows are executed to verify form behavior, data validation, and automation functionality. User Acceptance Testing (UAT) involves business users and stakeholders who validate the system against actual business requirements.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Feedback is documented and addressed before deployment approval. Defect management is a critical part of testing. Issues discovered during testing are recorded, prioritized, assigned to developers, and retested after resolution. Regression testing is performed to ensure that corrections do not impact existing functionality. The testing phase ensures that the solution is stable, reliable, secure, and fully aligned with business objectives before moving into production.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9748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smtClean="0">
                <a:latin typeface="Arial Black" panose="020B0A04020102020204" pitchFamily="34" charset="0"/>
              </a:rPr>
              <a:t>                   PROJECT DOCUMENTATION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200" y="1537252"/>
            <a:ext cx="10515600" cy="5141843"/>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Documentation Phase ensures that all project-related information is recorded and maintained for future reference. Effective documentation supports system maintenance, troubleshooting, training, and future enhancements. Technical documentation is prepared to describe every Client Script and UI Policy implemented during the project. Detailed information includes configuration names, business purposes, triggering conditions, logic descriptions, and dependency relationships. This documentation provides valuable guidance for future developers and administrators.. </a:t>
            </a:r>
          </a:p>
          <a:p>
            <a:pPr algn="just">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These records simplify migration activities and assist support teams in resolving technical issues. User documentation focuses on educating end users about enhancements introduced during the project. Guides explain dynamic field behavior, system validations, mandatory field requirements, and automated functionalities. Clear instructions reduce confusion and improve user adoption. Operational documentation supports ongoing maintenance and administration activities. </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Knowledge transfer sessions are often conducted during this phase to ensure that administrators and support personnel fully understand the implemented solution. These sessions help preserve organizational knowledge and reduce dependency on project team members. Comprehensive documentation also supports compliance requirements and auditing processes. Accurate records provide evidence of configuration decisions and implementation activities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013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1390" y="172279"/>
            <a:ext cx="10492409" cy="1518410"/>
          </a:xfrm>
        </p:spPr>
        <p:txBody>
          <a:bodyPr>
            <a:normAutofit/>
          </a:bodyPr>
          <a:lstStyle/>
          <a:p>
            <a:r>
              <a:rPr lang="en-US" sz="2400" dirty="0" smtClean="0">
                <a:latin typeface="Arial Black" panose="020B0A04020102020204" pitchFamily="34" charset="0"/>
              </a:rPr>
              <a:t>                  PROJECT DEMONSTRATION PHASE </a:t>
            </a:r>
            <a:endParaRPr lang="en-IN" sz="2400" dirty="0">
              <a:latin typeface="Arial Black" panose="020B0A04020102020204" pitchFamily="34" charset="0"/>
            </a:endParaRPr>
          </a:p>
        </p:txBody>
      </p:sp>
      <p:sp>
        <p:nvSpPr>
          <p:cNvPr id="3" name="Content Placeholder 2"/>
          <p:cNvSpPr>
            <a:spLocks noGrp="1"/>
          </p:cNvSpPr>
          <p:nvPr>
            <p:ph idx="1"/>
          </p:nvPr>
        </p:nvSpPr>
        <p:spPr>
          <a:xfrm>
            <a:off x="838199" y="1544914"/>
            <a:ext cx="10515600" cy="5028163"/>
          </a:xfrm>
        </p:spPr>
        <p:txBody>
          <a:bodyPr>
            <a:noAutofit/>
          </a:bodyPr>
          <a:lstStyle/>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The Project Demonstration Phase represents the final stage of the project lifecycle. This phase provides an opportunity to present the completed solution to stakeholders, management teams, and business users before production deployment. The demonstration begins with an overview of project objectives and business challenges. Stakeholders are reminded of the problems identified during the Ideation and Requirement Analysis phases and how the implemented solution addresses those issues</a:t>
            </a: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800"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Features such as automated field population, real-time validation, mandatory controls, conditional visibility, and informative messages are showcased. The project team explains how the solution improves operational efficiency and data quality. Comparisons between previous and current processes highlight the benefits achieved through automation. Stakeholders gain a clear understanding of the value delivered by the implementation. Demonstrations also provide an opportunity for users to interact with the solution and experience improved workflows firsthand.</a:t>
            </a:r>
          </a:p>
          <a:p>
            <a:pPr algn="just"/>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smtClean="0">
                <a:latin typeface="Times New Roman" panose="02020603050405020304" pitchFamily="18" charset="0"/>
                <a:cs typeface="Times New Roman" panose="02020603050405020304" pitchFamily="18" charset="0"/>
              </a:rPr>
              <a:t> Lessons learned during the project are discussed, including technical challenges, successful implementation strategies, and recommendations for future enhancements. Deployment readiness is reviewed along with post-implementation support plans. Following stakeholder approval, formal sign-off is obtained, indicating acceptance of the implemented solution. The project is then prepared for deployment into the production environment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6646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1896</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Calibri Light</vt:lpstr>
      <vt:lpstr>Times New Roman</vt:lpstr>
      <vt:lpstr>Wingdings</vt:lpstr>
      <vt:lpstr>Office Theme</vt:lpstr>
      <vt:lpstr>           TN SKILLS PROJECT</vt:lpstr>
      <vt:lpstr>BRAINSTORMING OF INDEATION PHASE</vt:lpstr>
      <vt:lpstr>REQUIREMENT ANALYSIS PHASE</vt:lpstr>
      <vt:lpstr>                       PROJECT DESIGN PHASE </vt:lpstr>
      <vt:lpstr>                      PROJECT PLANNING PHASE </vt:lpstr>
      <vt:lpstr>                    PROJECT DEVELOPMENT PHASE</vt:lpstr>
      <vt:lpstr>                             PROJECT TESTING PHASE</vt:lpstr>
      <vt:lpstr>                   PROJECT DOCUMENTATION PHASE </vt:lpstr>
      <vt:lpstr>                  PROJECT DEMONSTRATION PHASE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BRAINSTORMING OF INDEATION PHASE</dc:title>
  <dc:creator>acer</dc:creator>
  <cp:lastModifiedBy>acer</cp:lastModifiedBy>
  <cp:revision>16</cp:revision>
  <dcterms:created xsi:type="dcterms:W3CDTF">2026-09-25T08:31:14Z</dcterms:created>
  <dcterms:modified xsi:type="dcterms:W3CDTF">2026-09-29T05:01:35Z</dcterms:modified>
</cp:coreProperties>
</file>