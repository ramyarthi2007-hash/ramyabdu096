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56" r:id="rId4"/>
    <p:sldId id="257" r:id="rId5"/>
    <p:sldId id="258" r:id="rId6"/>
    <p:sldId id="259"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26-09-2026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2066891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65125"/>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113183"/>
            <a:ext cx="10578548" cy="5645426"/>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a:t>
            </a:r>
            <a:r>
              <a:rPr lang="en-US" sz="1800" dirty="0" smtClean="0">
                <a:latin typeface="Times New Roman" panose="02020603050405020304" pitchFamily="18" charset="0"/>
                <a:cs typeface="Times New Roman" panose="02020603050405020304" pitchFamily="18" charset="0"/>
              </a:rPr>
              <a:t>environment.</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1898</Words>
  <Application>Microsoft Office PowerPoint</Application>
  <PresentationFormat>Widescreen</PresentationFormat>
  <Paragraphs>57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Black</vt:lpstr>
      <vt:lpstr>Calibri</vt:lpstr>
      <vt:lpstr>Calibri Light</vt:lpstr>
      <vt:lpstr>Times New Roman</vt:lpstr>
      <vt:lpstr>Wingdings</vt:lpstr>
      <vt:lpstr>Office Theme</vt:lpstr>
      <vt:lpstr>           TN SKILLS PROJECT</vt:lpstr>
      <vt:lpstr>PowerPoint Presentation</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10</cp:revision>
  <dcterms:created xsi:type="dcterms:W3CDTF">2026-09-25T08:31:14Z</dcterms:created>
  <dcterms:modified xsi:type="dcterms:W3CDTF">2026-09-26T07:54:07Z</dcterms:modified>
</cp:coreProperties>
</file>