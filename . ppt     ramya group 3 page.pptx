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65125"/>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113183"/>
            <a:ext cx="10578548" cy="5645426"/>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10</cp:revision>
  <dcterms:created xsi:type="dcterms:W3CDTF">2026-09-25T08:31:14Z</dcterms:created>
  <dcterms:modified xsi:type="dcterms:W3CDTF">2026-09-29T04:54:04Z</dcterms:modified>
</cp:coreProperties>
</file>