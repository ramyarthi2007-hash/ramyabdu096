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p:cViewPr varScale="1">
        <p:scale>
          <a:sx n="72" d="100"/>
          <a:sy n="72" d="100"/>
        </p:scale>
        <p:origin x="5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25368"/>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099931"/>
            <a:ext cx="10578548" cy="5645426"/>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14</cp:revision>
  <dcterms:created xsi:type="dcterms:W3CDTF">2026-09-25T08:31:14Z</dcterms:created>
  <dcterms:modified xsi:type="dcterms:W3CDTF">2026-09-29T04:59:38Z</dcterms:modified>
</cp:coreProperties>
</file>